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6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91440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-182880"/>
            <a:ext cx="2926080" cy="2926080"/>
          </a:xfrm>
          <a:prstGeom prst="ellipse">
            <a:avLst/>
          </a:prstGeom>
          <a:solidFill>
            <a:srgbClr val="5FB9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MINI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9326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Financial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risk scoring using a Random Forest classifier,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through a Flask web application.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1097280" cy="0"/>
          </a:xfrm>
          <a:prstGeom prst="line">
            <a:avLst/>
          </a:prstGeom>
          <a:noFill/>
          <a:ln w="38100">
            <a:solidFill>
              <a:srgbClr val="5FB9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74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(300 trees)   |   ROC-AUC ≈ 0.99   |   Dataset: 30,000 synthetic transactions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|   [College / Department]   |  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49224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AA0B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828800"/>
            <a:ext cx="5852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have grown rapidly — and so has payment fraud.
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rule-based fraud checks are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rigid, and easy to bypass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fraudsters learn the fixed rules.
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transactions get wrongly blocked, hurting customer trust, while smarter fraud patterns slip through.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4630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572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35240" y="21214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real-world transactions are genuine — fraud is rare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costly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30632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0B3D62"/>
          </a:solidFill>
          <a:ln/>
        </p:spPr>
      </p:sp>
      <p:sp>
        <p:nvSpPr>
          <p:cNvPr id="9" name="Text 7"/>
          <p:cNvSpPr/>
          <p:nvPr/>
        </p:nvSpPr>
        <p:spPr>
          <a:xfrm>
            <a:off x="7635240" y="31729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35240" y="37216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needed, not overnight batch review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466344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0B3D62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47731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635240" y="53218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beat fixed if-else rule engines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is designed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8AA0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fraud in real 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transaction instantly and return a risk verdict in under a second.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8AA0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7360920" y="19476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false alarms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behavior-aware features (like spend-ratio) so normal spending isn't wrongly flagged.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8AA0B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97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1691640" y="42793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class imbalance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reliably even though genuine transactions vastly outnumber fraud cases.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8AA0B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97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7360920" y="42793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 usable web 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50749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simple Flask interface anyone can try — including a live demo.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transaction flows through the 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B3D62"/>
          </a:solidFill>
          <a:ln/>
          <a:effectLst>
            <a:outerShdw sx="100000" sy="100000" kx="0" ky="0" algn="bl" rotWithShape="0" blurRad="76200" dist="25400" dir="5400000">
              <a:srgbClr val="8AA0B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9496" y="24505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(index.html)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9496" y="3017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the transaction form or hits "Try a sample"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71216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8B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74136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8AA0B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24505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Backend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(app.py)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11296" y="3017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route builds the feature row and calls the model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43016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8B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D64550"/>
          </a:solidFill>
          <a:ln/>
          <a:effectLst>
            <a:outerShdw sx="100000" sy="100000" kx="0" ky="0" algn="bl" rotWithShape="0" blurRad="76200" dist="25400" dir="5400000">
              <a:srgbClr val="8AA0B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83096" y="24505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(model.pkl)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83096" y="3017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returns a fraud probability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14816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8B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317736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8AA0B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54896" y="24505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54896" y="3017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· SUSPICIOUS · FRAUD sent back as JSON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order matters: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assembles exactly the columns list saved inside model.pkl (FEATURES), in the same order used during training, before calling model.predict_proba().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3492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A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486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route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/sample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random plausible transaction (fraud-like or legit-like) so a visitor can demo the app instantly, without typing any data.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transaction data generated in train_model.py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105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8105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4871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105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4871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18105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24871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simulate legitimate behavior realistically: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10424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amounts follow a gamma distribution — many small purchases, occasional large ones.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legit transactions are still foreign (travel/online shopping) — so the model doesn't treat 'foreign' as automatic fraud.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legit users also try new merchants — a new merchant alone isn't suspicious.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simulated with realistic red flags instead: late-night hour, high transaction count in 24h, larger amount, higher foreign rate (45%), and higher new-merchant rate (55%).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trick that made the model behavior-aware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0F4A7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B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amount_ratio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 ÷  (avg_amount_30d + 1)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today's transaction to the user's own 30-day average spend, instead of judging the raw amount alone.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≈ 1  →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normal for this user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very high  →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spend-spike — a genuine red flag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this feature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28600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relying only on 'foreign' or 'new merchant' flags genuine small purchases as risky just because they share one surface trait with fraud.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886200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amount_ratio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₹1500 purchase by someone who usually spends ₹1500 scores low risk. The same ₹1500 from someone who usually spends ₹50 scores high — the real signal is the spike, not the number.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— Random Forest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decision trees voting together on every transaction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260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6052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6583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0" y="21945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60520" y="21945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decision trees in the forest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761488"/>
            <a:ext cx="6583680" cy="566928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6148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276148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60520" y="27614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how deep each tree can split — limits overfitting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6583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2841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26080" y="33284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60520" y="332841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tiny, noisy patterns — encourages generalization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95344"/>
            <a:ext cx="6583680" cy="566928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89534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26080" y="389534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60520" y="389534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Up-weights the rare fraud class during training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462272"/>
            <a:ext cx="65836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622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26080" y="446227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60520" y="44622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for reproducible results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43800" y="1737360"/>
            <a:ext cx="4023360" cy="4343400"/>
          </a:xfrm>
          <a:prstGeom prst="roundRect">
            <a:avLst>
              <a:gd name="adj" fmla="val 2273"/>
            </a:avLst>
          </a:prstGeom>
          <a:solidFill>
            <a:srgbClr val="EAF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decides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18120" y="2377440"/>
            <a:ext cx="3520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 each see a random slice of the data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independently votes Fraud / Legit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are averaged into a probability (0–1)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noisy tree can't dominate the outcome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 &amp; Verdicts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from the model is converted into a human-readable verdict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5FB9A6"/>
          </a:solidFill>
          <a:ln/>
          <a:effectLst>
            <a:outerShdw sx="100000" sy="100000" kx="0" ky="0" algn="bl" rotWithShape="0" blurRad="76200" dist="25400" dir="5400000">
              <a:srgbClr val="8AA0B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49%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— looks clean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2A65A"/>
          </a:solidFill>
          <a:ln/>
          <a:effectLst>
            <a:outerShdw sx="100000" sy="100000" kx="0" ky="0" algn="bl" rotWithShape="0" blurRad="76200" dist="25400" dir="5400000">
              <a:srgbClr val="8AA0B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2057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79%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24688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— extra verification suggested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D64550"/>
          </a:solidFill>
          <a:ln/>
          <a:effectLst>
            <a:outerShdw sx="100000" sy="100000" kx="0" ky="0" algn="bl" rotWithShape="0" blurRad="76200" dist="25400" dir="5400000">
              <a:srgbClr val="8AA0B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2057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100%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4688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32918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flag for 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were tuned deliberately: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everyday transactions should never be wrongly branded FRAUD. The score is model_probability × 100, rounded to one decimal.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held-out 20% test split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0F4A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~0.99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 perfect 1.0 — the model separates fraud from legit transactions almost perfectly on unseen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2507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965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18288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2507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965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49440" y="2697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35440" y="182880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12507A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1965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35440" y="2697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794760"/>
            <a:ext cx="6583680" cy="2240280"/>
          </a:xfrm>
          <a:prstGeom prst="roundRect">
            <a:avLst>
              <a:gd name="adj" fmla="val 4082"/>
            </a:avLst>
          </a:prstGeom>
          <a:solidFill>
            <a:srgbClr val="12507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9776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check built into training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38912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 manually scores two small, normal-looking transactions after training and confirms their predicted fraud probability stays low — a practical check that the model isn't overreacting to ordinary spending.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standard, and easy to run locally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685800" cy="6858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933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9933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933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40680" y="2057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&amp; routing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993392"/>
            <a:ext cx="685800" cy="6858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933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0" y="2057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0" y="25146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32511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3251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3736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4846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&amp; handling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06908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325112"/>
            <a:ext cx="685800" cy="6858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3251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544068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joblib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4846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 the trained model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32511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3251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14400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44000" y="4846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gauge &amp; result display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Walkthrough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visitor experiences on the site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94360" cy="59436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app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1874520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loads a transaction form (amount, hour, foreign, new merchant, etc.)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26664"/>
            <a:ext cx="594360" cy="59436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266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1600200" y="295351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or auto-fill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2953512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details manually, or click "Try a Sample" to fetch a realistic random transaction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0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05656"/>
            <a:ext cx="594360" cy="59436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056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1600200" y="4032504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transaction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09160" y="4032504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data is POSTed to /predict as JSON; a short animated delay simulates scanning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0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184648"/>
            <a:ext cx="594360" cy="59436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84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1600200" y="5111496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verdict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09160" y="5111496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%, verdict (LEGIT / SUSPICIOUS / FRAUD) and a plain-language label are shown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Approach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of the current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9385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Behavior-aware, not rule-based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amount_ratio adapts to each user's own spending pattern instead of one fixed cutoff for everyone.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0" y="19385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Handles rare-event imbalance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stops the model from just always predicting "legit" to look accurate.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43616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ensemble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gives probability scores and supports feature-importance analysis, unlike a black-box model.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16052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86600" y="43616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&amp; demoable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50292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notebook — a working Flask site with a built-in random-sample generator for instant demos.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constraints of the present version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 only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892808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generated data, not real banking transactions — real-world fraud patterns are messier.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F6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218688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0040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0358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persistence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035808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database; every transaction is scored once and not stored or tracked over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361688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4340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authentication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178808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app has no login/user accounts, so it can't build a true per-user spending history yet.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504688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8640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3218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5321808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once and saved; it does not currently retrain itself on new data automatically.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go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0F4A7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459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27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transaction datasets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9568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8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on real (anonymized) banking data, such as public Kaggle fraud datasets, for stronger generalization.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0F4A72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16459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95160" y="1627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accounts &amp; login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195681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8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user's genuine transaction history to make amount_ratio and other features truly personalized.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40080" y="2761488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0F4A7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8529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163824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8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scored transaction (SQL / NoSQL) to enable dashboards, audit trails, and analyst review queues.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263640" y="2761488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0F4A72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285292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2834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models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3163824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8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LSTMs / autoencoders for sequential spending patterns and anomaly detection beyond tree-based models.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40080" y="3968496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0F4A7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5993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041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(SHAP/LIME)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370832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8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*why* a transaction was flagged — which features pushed the score up — for analyst trust and compliance.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263640" y="3968496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0F4A72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405993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4041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streaming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4370832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8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single POST request to a streaming pipeline (Kafka/webhooks) for banks processing thousands of txns/sec.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40080" y="5175504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0F4A72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526694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2486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monitoring &amp; retraining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557784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8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scheduled retraining and drift detection so the model adapts as fraud tactics evolve.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6263640" y="5175504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0F4A72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526694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52486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alerts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557784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8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high-risk verdicts to SMS/email/app notifications for instant customer and bank confirmation.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AA0B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51560" y="1965960"/>
            <a:ext cx="10058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complete, working fraud-detection pipeline —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synthetic data generation and feature engineering, to model training and evaluation, to a live Flask web application.
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 — comparing a transaction to a user's own average spend rather than judging it in isolation —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keeps the model precise (ROC-AUC ≈ 0.99) without over-flagging genuine customers.
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solid foundation that's ready to grow toward real data, explainability, and production-scale deployment.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12507A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1097280" cy="0"/>
          </a:xfrm>
          <a:prstGeom prst="line">
            <a:avLst/>
          </a:prstGeom>
          <a:noFill/>
          <a:ln w="38100">
            <a:solidFill>
              <a:srgbClr val="5FB9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B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&amp; docs: github.com/[your-username]/[repo-name]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|   [Your Email]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2026-07-18T09:08:17Z</dcterms:created>
  <dcterms:modified xsi:type="dcterms:W3CDTF">2026-07-18T09:08:17Z</dcterms:modified>
</cp:coreProperties>
</file>